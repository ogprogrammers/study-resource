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04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64E15-A0AB-914C-96F0-976BFB0743B9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D793F-EE95-BC4C-8B1F-BA97FBB76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 in Kitchen </a:t>
            </a:r>
          </a:p>
          <a:p>
            <a:r>
              <a:rPr lang="en-US" dirty="0"/>
              <a:t>Book in bookshelf</a:t>
            </a:r>
          </a:p>
          <a:p>
            <a:endParaRPr lang="en-US" dirty="0"/>
          </a:p>
          <a:p>
            <a:r>
              <a:rPr lang="en-US" dirty="0"/>
              <a:t>To do List – Shopping list – invitation list</a:t>
            </a:r>
          </a:p>
          <a:p>
            <a:r>
              <a:rPr lang="en-US" dirty="0"/>
              <a:t>Hanging clothes intelligently  -- placing books from box to shelf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D793F-EE95-BC4C-8B1F-BA97FBB766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0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80DB1-81A1-094F-93F6-4052D74ED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642CE2-225B-1644-B3D4-AB0076967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9A7EF-D893-1D42-AE3E-4E5D28A3F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6EF4-50EA-B94B-A1A6-EFA960204CE9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BEFC8-4E17-BB4B-8DAA-0076E055F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31FF4-25D9-1C41-A342-59AD0526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9C46-C5C4-074D-9751-3E4130DB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92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5A577-EFE5-0F4E-A775-605739868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55FC9-F427-4048-91DB-6E0B17BF3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853DD-F891-4F44-8F1F-EECBFF90E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6EF4-50EA-B94B-A1A6-EFA960204CE9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1D73E-9978-DF47-B67D-82F7CDDAD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08C29-AA37-9340-BAA6-1E3CE1931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9C46-C5C4-074D-9751-3E4130DB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90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928F-9213-BE4F-984D-92D3B3938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6F26E-95A1-964B-A48E-644BA7474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1C94B-6918-2741-B13D-E3EC994D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6EF4-50EA-B94B-A1A6-EFA960204CE9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5E023-DAEE-024D-8296-69058857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CB889-F3DD-324C-8379-8C236F04A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9C46-C5C4-074D-9751-3E4130DB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2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DC86-0F93-7C42-80DE-4164A98EB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D810E-2A91-C84E-AACF-13A0765B67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D384F-3D31-3841-80C2-F15B216EF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0BA40-CE35-4944-8D94-1F62D21E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6EF4-50EA-B94B-A1A6-EFA960204CE9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E9DD4-0993-124B-9D63-DB5E7D47C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1EB7D-4AA9-694D-A216-AFC3750F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9C46-C5C4-074D-9751-3E4130DB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68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6473-2BE7-9947-8E8C-A185AC386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8E6B5-A656-584A-9007-046D7631C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AD6BE-6A03-E345-86F2-9DBAD7DAB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2EE8D-49FF-6A42-83D4-245F07525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F8C18-4BBC-564B-85F2-46CCF633F7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26B3F7-04A6-BE45-B059-216D03F9F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6EF4-50EA-B94B-A1A6-EFA960204CE9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FA2C19-EB3B-1546-9C4D-A2965713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493D85-FE47-A349-B1B2-CE0D0312C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9C46-C5C4-074D-9751-3E4130DB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48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34142-2037-404E-82B1-7B52B1D1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A99D3D-BFB5-4C47-8F66-740716D5A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6EF4-50EA-B94B-A1A6-EFA960204CE9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ADFFC-421A-2740-8FF3-1B7BE6A8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2ACA6-A739-324B-A5CB-346D74A2C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9C46-C5C4-074D-9751-3E4130DB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3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486C3A-6F17-CC4C-AC7D-32FEF427F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6EF4-50EA-B94B-A1A6-EFA960204CE9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66B559-733A-284F-9DF0-7011E99E6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9B765-66A7-6945-9C6F-6C77E696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9C46-C5C4-074D-9751-3E4130DB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54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35387-7FDA-9045-9DA8-8792F2C8C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591D3-CD82-164F-8D9F-DB4BA0366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2276C-0C54-B347-A87E-A897E6468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93613-5C41-FC43-8DA4-DF93D88D1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6EF4-50EA-B94B-A1A6-EFA960204CE9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CD4AA-E5C6-6B40-AD1C-3AD32F9CC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F9B9B-500E-3F44-9F72-275DE0C4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9C46-C5C4-074D-9751-3E4130DB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82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F54B8-1343-9448-A1E1-DE6D8E199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314605-9962-BC4E-8D75-5680BC2C80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AEB8A-272A-8C43-8C36-677E952B9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1C9D2-162A-8B41-BEBD-A0FFD7EA6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6EF4-50EA-B94B-A1A6-EFA960204CE9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D777B-E61D-3947-8165-8AFFF65F8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17088-3FD9-8C42-85FB-C70617FC7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9C46-C5C4-074D-9751-3E4130DB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67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C1D91-2DCF-1B41-A964-AEFA01194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AF6A0-BE91-8B48-823F-EBC6623BE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8D400-CB79-F94E-8461-3D3E7EE7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6EF4-50EA-B94B-A1A6-EFA960204CE9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B40B1-D85F-AB4B-A983-2A0FC5D5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FFE9D-3F8C-A044-822C-FFDA52A5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9C46-C5C4-074D-9751-3E4130DB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23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BF156-E0ED-6042-ABE2-FEA3F104E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7E0C5-6DFF-8241-931F-6E4D67FC2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BBD61-614B-8D41-865C-5434DE559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66EF4-50EA-B94B-A1A6-EFA960204CE9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858C3-8684-BB46-B0B2-502B84648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74962-281F-4644-B5B7-DB8CC7DB6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E9C46-C5C4-074D-9751-3E4130DB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116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40F761-2583-384F-904C-62AEC170C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11540-9FCC-B54A-8891-7918BE36F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63769-BFD2-AE47-B762-CC7BF7B46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66EF4-50EA-B94B-A1A6-EFA960204CE9}" type="datetimeFigureOut">
              <a:rPr lang="en-US" smtClean="0"/>
              <a:t>9/5/2023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16587-5924-1940-BC35-2DD3F0144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1D838-0640-DA44-9D50-AD70683A2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8E9C46-C5C4-074D-9751-3E4130DB3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59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1109-C664-8640-80EA-8AAA1778DD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Computing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37013-EC76-C64F-9B26-BC10C2CB9A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 Anu Mary Chacko</a:t>
            </a:r>
          </a:p>
        </p:txBody>
      </p:sp>
    </p:spTree>
    <p:extLst>
      <p:ext uri="{BB962C8B-B14F-4D97-AF65-F5344CB8AC3E}">
        <p14:creationId xmlns:p14="http://schemas.microsoft.com/office/powerpoint/2010/main" val="240790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F129C-1D5C-4F4B-9A02-476D2943C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Facilitators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686D13A-CA42-5440-8B63-239E04E7A6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65350" y="2445544"/>
            <a:ext cx="2527300" cy="3111500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5361A4C-70E0-8C4C-9E6F-3B75466652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02500" y="2674144"/>
            <a:ext cx="2921000" cy="2654300"/>
          </a:xfrm>
        </p:spPr>
      </p:pic>
    </p:spTree>
    <p:extLst>
      <p:ext uri="{BB962C8B-B14F-4D97-AF65-F5344CB8AC3E}">
        <p14:creationId xmlns:p14="http://schemas.microsoft.com/office/powerpoint/2010/main" val="2621016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49292-C0ED-E841-B62B-4BD729517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B5267-7536-5D49-8BFC-8F3526470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module</a:t>
            </a:r>
          </a:p>
          <a:p>
            <a:endParaRPr lang="en-US" dirty="0"/>
          </a:p>
          <a:p>
            <a:r>
              <a:rPr lang="en-US" dirty="0"/>
              <a:t>Computational thinking</a:t>
            </a:r>
          </a:p>
        </p:txBody>
      </p:sp>
    </p:spTree>
    <p:extLst>
      <p:ext uri="{BB962C8B-B14F-4D97-AF65-F5344CB8AC3E}">
        <p14:creationId xmlns:p14="http://schemas.microsoft.com/office/powerpoint/2010/main" val="283422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3E3F-6EC5-2B40-8B5E-1E4CFE01A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Hours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1FD6A4E-2B44-C344-8124-FD689989BD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3572788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4734236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552897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489315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681529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73250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 Morning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 Morning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 afternoon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 afternoon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933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 11.00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Tue 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 4.00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Tue 3.00 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629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Wed 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 12.00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Wed 2.00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Friday 1.00 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304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Tue 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 11.00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Tue 3.00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 4.00 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960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 12.00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Wed 9.00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Friday 1.00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Wed 2.00 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344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530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DBA60-2167-974E-B4A0-838A15A41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C6FC0-8C66-E74E-8D25-2FFBB3DC1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Times New Roman,Bold" pitchFamily="2" charset="0"/>
              </a:rPr>
              <a:t>Computational Thinking </a:t>
            </a:r>
            <a:endParaRPr lang="en-IN" dirty="0">
              <a:effectLst/>
            </a:endParaRPr>
          </a:p>
          <a:p>
            <a:r>
              <a:rPr lang="en-IN" sz="1800" dirty="0">
                <a:effectLst/>
                <a:latin typeface="Times New Roman" panose="02020603050405020304" pitchFamily="18" charset="0"/>
              </a:rPr>
              <a:t>What is Computational Thinking Sample Datasets - Iterator Flowcharts - Variables: Count Sum Average Accumulator - Filtering: Simple Conditions, Compound Conditions, Looking for a data element, Dynamic Conditions (Maximum Minimum) - Data types: Basics - Compound data types: Subtypes - Pseudocode </a:t>
            </a:r>
            <a:endParaRPr lang="en-IN" dirty="0">
              <a:effectLst/>
            </a:endParaRPr>
          </a:p>
          <a:p>
            <a:r>
              <a:rPr lang="en-IN" sz="1800" dirty="0">
                <a:effectLst/>
                <a:latin typeface="Times New Roman,Bold" pitchFamily="2" charset="0"/>
              </a:rPr>
              <a:t>References: </a:t>
            </a:r>
            <a:endParaRPr lang="en-IN" dirty="0">
              <a:effectLst/>
            </a:endParaRPr>
          </a:p>
          <a:p>
            <a:r>
              <a:rPr lang="en-IN" sz="1800" dirty="0">
                <a:effectLst/>
                <a:latin typeface="Times New Roman" panose="02020603050405020304" pitchFamily="18" charset="0"/>
              </a:rPr>
              <a:t> G. Venkatesh and </a:t>
            </a:r>
            <a:r>
              <a:rPr lang="en-IN" sz="1800" dirty="0" err="1">
                <a:effectLst/>
                <a:latin typeface="Times New Roman" panose="02020603050405020304" pitchFamily="18" charset="0"/>
              </a:rPr>
              <a:t>Madhavan</a:t>
            </a:r>
            <a:r>
              <a:rPr lang="en-IN" sz="1800" dirty="0">
                <a:effectLst/>
                <a:latin typeface="Times New Roman" panose="02020603050405020304" pitchFamily="18" charset="0"/>
              </a:rPr>
              <a:t> Mukund, </a:t>
            </a:r>
            <a:r>
              <a:rPr lang="en-IN" sz="1800" dirty="0">
                <a:effectLst/>
                <a:latin typeface="Times New Roman,Italic" pitchFamily="2" charset="0"/>
              </a:rPr>
              <a:t>Computational Thinking: A Primer for Programmers and Data Scientists</a:t>
            </a:r>
            <a:r>
              <a:rPr lang="en-IN" sz="1800" dirty="0">
                <a:effectLst/>
                <a:latin typeface="Times New Roman" panose="02020603050405020304" pitchFamily="18" charset="0"/>
              </a:rPr>
              <a:t>, 1st ed. India: Notion Press, 2021. </a:t>
            </a:r>
            <a:endParaRPr lang="en-IN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790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47A7-CBBD-7343-8C65-D6C21B0D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AB13B-71BF-ED42-B34F-D1513DCE7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Midterm 			30</a:t>
            </a:r>
          </a:p>
          <a:p>
            <a:pPr marL="0" indent="0">
              <a:buNone/>
            </a:pPr>
            <a:r>
              <a:rPr lang="en-US" dirty="0"/>
              <a:t>Final				40</a:t>
            </a:r>
          </a:p>
          <a:p>
            <a:pPr marL="0" indent="0">
              <a:buNone/>
            </a:pPr>
            <a:r>
              <a:rPr lang="en-US" dirty="0"/>
              <a:t>Assignment/quiz		30</a:t>
            </a:r>
          </a:p>
          <a:p>
            <a:pPr marL="0" indent="0">
              <a:buNone/>
            </a:pPr>
            <a:r>
              <a:rPr lang="en-US" dirty="0"/>
              <a:t>Total				100</a:t>
            </a:r>
          </a:p>
        </p:txBody>
      </p:sp>
    </p:spTree>
    <p:extLst>
      <p:ext uri="{BB962C8B-B14F-4D97-AF65-F5344CB8AC3E}">
        <p14:creationId xmlns:p14="http://schemas.microsoft.com/office/powerpoint/2010/main" val="1277180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BD37D-CA54-5D4C-A480-F4046455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computational thinking?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53ABC-651C-6F41-B394-218828072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Something we do everyday…</a:t>
            </a:r>
          </a:p>
          <a:p>
            <a:r>
              <a:rPr lang="en-US" dirty="0"/>
              <a:t>Shopping in Super Market  -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Similar activities </a:t>
            </a:r>
          </a:p>
          <a:p>
            <a:r>
              <a:rPr lang="en-US" dirty="0"/>
              <a:t>To do List </a:t>
            </a:r>
            <a:r>
              <a:rPr lang="en-US" dirty="0">
                <a:sym typeface="Wingdings" pitchFamily="2" charset="2"/>
              </a:rPr>
              <a:t> ……</a:t>
            </a:r>
          </a:p>
          <a:p>
            <a:r>
              <a:rPr lang="en-US" dirty="0">
                <a:sym typeface="Wingdings" pitchFamily="2" charset="2"/>
              </a:rPr>
              <a:t>Arranging bookshelf from cartons of book</a:t>
            </a:r>
          </a:p>
          <a:p>
            <a:r>
              <a:rPr lang="en-US" dirty="0">
                <a:sym typeface="Wingdings" pitchFamily="2" charset="2"/>
              </a:rPr>
              <a:t>We observe a shared patten consisting of a sequence of atomic action</a:t>
            </a:r>
          </a:p>
          <a:p>
            <a:r>
              <a:rPr lang="en-US" dirty="0">
                <a:sym typeface="Wingdings" pitchFamily="2" charset="2"/>
              </a:rPr>
              <a:t>Computational thinking = search for shared pattern among commonly occurring activities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00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CD09F-200F-3148-8B88-D7E6B9958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EB681-06B8-9C49-8964-7D18D8F8C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us to make our thought process clearer when we deal wit activities of this sort</a:t>
            </a:r>
          </a:p>
          <a:p>
            <a:r>
              <a:rPr lang="en-US" dirty="0"/>
              <a:t>Improve productivity due to pattern identification</a:t>
            </a:r>
          </a:p>
          <a:p>
            <a:r>
              <a:rPr lang="en-US" dirty="0"/>
              <a:t>Helps to communicate the procedures to others -</a:t>
            </a:r>
            <a:r>
              <a:rPr lang="en-US" dirty="0">
                <a:sym typeface="Wingdings" pitchFamily="2" charset="2"/>
              </a:rPr>
              <a:t> communicate to a computer effectively.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395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EACF8-887A-EC4D-8F5E-1F6F9F6D3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AA4DA-61A6-804B-B626-74520CB65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want to organize a birthday party for my grandmother who is going to be 70</a:t>
            </a:r>
          </a:p>
        </p:txBody>
      </p:sp>
    </p:spTree>
    <p:extLst>
      <p:ext uri="{BB962C8B-B14F-4D97-AF65-F5344CB8AC3E}">
        <p14:creationId xmlns:p14="http://schemas.microsoft.com/office/powerpoint/2010/main" val="1933040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99379-B88F-0947-9D44-220F527DC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of Problem </a:t>
            </a:r>
            <a:r>
              <a:rPr lang="en-US" dirty="0" err="1"/>
              <a:t>solviing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BDDCC-471C-9641-ABB1-AF68EAEC7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Decomposition</a:t>
            </a:r>
          </a:p>
          <a:p>
            <a:r>
              <a:rPr lang="en-US" dirty="0"/>
              <a:t>Pattern Identification</a:t>
            </a:r>
          </a:p>
          <a:p>
            <a:r>
              <a:rPr lang="en-US" dirty="0"/>
              <a:t>Abstraction</a:t>
            </a:r>
          </a:p>
          <a:p>
            <a:r>
              <a:rPr lang="en-US"/>
              <a:t>Representation </a:t>
            </a:r>
          </a:p>
        </p:txBody>
      </p:sp>
    </p:spTree>
    <p:extLst>
      <p:ext uri="{BB962C8B-B14F-4D97-AF65-F5344CB8AC3E}">
        <p14:creationId xmlns:p14="http://schemas.microsoft.com/office/powerpoint/2010/main" val="3449917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322</Words>
  <Application>Microsoft Office PowerPoint</Application>
  <PresentationFormat>Widescreen</PresentationFormat>
  <Paragraphs>67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Times New Roman,Bold</vt:lpstr>
      <vt:lpstr>Times New Roman,Italic</vt:lpstr>
      <vt:lpstr>Office Theme</vt:lpstr>
      <vt:lpstr>Introduction to Computing Science</vt:lpstr>
      <vt:lpstr>About Facilitators</vt:lpstr>
      <vt:lpstr>My focus</vt:lpstr>
      <vt:lpstr>Lecture Hours </vt:lpstr>
      <vt:lpstr>Syllabus</vt:lpstr>
      <vt:lpstr>Mark Distribution</vt:lpstr>
      <vt:lpstr>What is computational thinking?</vt:lpstr>
      <vt:lpstr>Why</vt:lpstr>
      <vt:lpstr>Problem</vt:lpstr>
      <vt:lpstr>Steps of Problem solviing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Computing Science</dc:title>
  <dc:creator>Microsoft Office User</dc:creator>
  <cp:lastModifiedBy>durgesh002525@gmail.com</cp:lastModifiedBy>
  <cp:revision>1</cp:revision>
  <dcterms:created xsi:type="dcterms:W3CDTF">2023-09-04T09:41:46Z</dcterms:created>
  <dcterms:modified xsi:type="dcterms:W3CDTF">2023-09-05T13:23:56Z</dcterms:modified>
</cp:coreProperties>
</file>